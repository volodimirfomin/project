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32E7A76-21F4-4BDE-A371-32BC6A06B1B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8FD5761-6AAA-4825-BB24-2DC9BBA78B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5002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E7A76-21F4-4BDE-A371-32BC6A06B1B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5761-6AAA-4825-BB24-2DC9BBA78B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088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E7A76-21F4-4BDE-A371-32BC6A06B1B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5761-6AAA-4825-BB24-2DC9BBA78B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293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E7A76-21F4-4BDE-A371-32BC6A06B1B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5761-6AAA-4825-BB24-2DC9BBA78B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8009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E7A76-21F4-4BDE-A371-32BC6A06B1B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5761-6AAA-4825-BB24-2DC9BBA78B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253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E7A76-21F4-4BDE-A371-32BC6A06B1B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5761-6AAA-4825-BB24-2DC9BBA78B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2691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E7A76-21F4-4BDE-A371-32BC6A06B1B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5761-6AAA-4825-BB24-2DC9BBA78B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39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E7A76-21F4-4BDE-A371-32BC6A06B1B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5761-6AAA-4825-BB24-2DC9BBA78B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4588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E7A76-21F4-4BDE-A371-32BC6A06B1B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5761-6AAA-4825-BB24-2DC9BBA78B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7854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E7A76-21F4-4BDE-A371-32BC6A06B1B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5761-6AAA-4825-BB24-2DC9BBA78B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5339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E7A76-21F4-4BDE-A371-32BC6A06B1B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5761-6AAA-4825-BB24-2DC9BBA78B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7758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E7A76-21F4-4BDE-A371-32BC6A06B1B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5761-6AAA-4825-BB24-2DC9BBA78B30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9836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E7A76-21F4-4BDE-A371-32BC6A06B1B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5761-6AAA-4825-BB24-2DC9BBA78B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50672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E7A76-21F4-4BDE-A371-32BC6A06B1B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5761-6AAA-4825-BB24-2DC9BBA78B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5338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E7A76-21F4-4BDE-A371-32BC6A06B1B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5761-6AAA-4825-BB24-2DC9BBA78B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182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E7A76-21F4-4BDE-A371-32BC6A06B1B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5761-6AAA-4825-BB24-2DC9BBA78B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894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E7A76-21F4-4BDE-A371-32BC6A06B1B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5761-6AAA-4825-BB24-2DC9BBA78B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9632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E7A76-21F4-4BDE-A371-32BC6A06B1B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D5761-6AAA-4825-BB24-2DC9BBA78B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1471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BBEAC-1898-6CCB-A6F6-69E1A5DE1F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5360" y="2373016"/>
            <a:ext cx="9209220" cy="1848464"/>
          </a:xfrm>
        </p:spPr>
        <p:txBody>
          <a:bodyPr>
            <a:normAutofit/>
          </a:bodyPr>
          <a:lstStyle/>
          <a:p>
            <a:r>
              <a:rPr lang="bg-BG" dirty="0"/>
              <a:t>	</a:t>
            </a:r>
            <a:r>
              <a:rPr lang="bg-BG" sz="5400" b="1" noProof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„Настолни игри“</a:t>
            </a:r>
            <a:br>
              <a:rPr lang="bg-BG" sz="5400" b="1" noProof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bg-BG" dirty="0"/>
              <a:t>								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F57105-4C4E-689D-A88F-DE40F82408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1040" y="4389120"/>
            <a:ext cx="7680959" cy="2468880"/>
          </a:xfrm>
        </p:spPr>
        <p:txBody>
          <a:bodyPr>
            <a:normAutofit/>
          </a:bodyPr>
          <a:lstStyle/>
          <a:p>
            <a:r>
              <a:rPr lang="bg-BG" sz="2800" b="1" noProof="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Изготвили</a:t>
            </a:r>
            <a:r>
              <a:rPr lang="bg-BG" sz="3600" b="1" noProof="0" dirty="0">
                <a:solidFill>
                  <a:schemeClr val="accent2">
                    <a:lumMod val="75000"/>
                  </a:schemeClr>
                </a:solidFill>
              </a:rPr>
              <a:t>: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ru-RU" sz="28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</a:t>
            </a:r>
            <a:r>
              <a:rPr lang="ru-RU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олодимир </a:t>
            </a:r>
            <a:r>
              <a:rPr lang="ru-RU" sz="28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</a:t>
            </a:r>
            <a:r>
              <a:rPr lang="ru-RU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омин 8г</a:t>
            </a:r>
            <a:r>
              <a:rPr lang="en-US" sz="28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bg-BG" sz="28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</a:t>
            </a:r>
            <a:r>
              <a:rPr lang="ru-RU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ев </a:t>
            </a:r>
            <a:r>
              <a:rPr lang="ru-RU" sz="28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</a:t>
            </a:r>
            <a:r>
              <a:rPr lang="ru-RU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инаев 8в</a:t>
            </a:r>
            <a:r>
              <a:rPr lang="en-US" sz="28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8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</a:t>
            </a:r>
            <a:r>
              <a:rPr lang="ru-RU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олодимир</a:t>
            </a:r>
            <a:r>
              <a:rPr lang="ru-RU" sz="28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</a:t>
            </a:r>
            <a:r>
              <a:rPr lang="ru-RU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икитин 8а</a:t>
            </a:r>
            <a:r>
              <a:rPr lang="en-US" sz="28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ru-RU" sz="28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</a:t>
            </a:r>
            <a:r>
              <a:rPr lang="ru-RU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арк</a:t>
            </a:r>
            <a:r>
              <a:rPr lang="ru-RU" sz="28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800" b="1" i="1" noProof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</a:t>
            </a:r>
            <a:r>
              <a:rPr lang="ru-RU" b="1" i="1" noProof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екечинский 8г</a:t>
            </a:r>
            <a:r>
              <a:rPr lang="en-US" sz="2800" b="1" i="1" noProof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r>
              <a:rPr lang="en-US" sz="1600" b="1" noProof="1">
                <a:solidFill>
                  <a:schemeClr val="accent4">
                    <a:lumMod val="75000"/>
                  </a:schemeClr>
                </a:solidFill>
              </a:rPr>
              <a:t>                                                                           </a:t>
            </a:r>
            <a:r>
              <a:rPr lang="ru-RU" b="1" i="1" dirty="0">
                <a:solidFill>
                  <a:srgbClr val="00B050"/>
                </a:solidFill>
              </a:rPr>
              <a:t>Дата: </a:t>
            </a:r>
            <a:r>
              <a:rPr lang="bg-BG" b="1" i="1" dirty="0">
                <a:solidFill>
                  <a:srgbClr val="00B050"/>
                </a:solidFill>
              </a:rPr>
              <a:t>юни</a:t>
            </a:r>
            <a:r>
              <a:rPr lang="ru-RU" b="1" i="1" dirty="0">
                <a:solidFill>
                  <a:srgbClr val="00B050"/>
                </a:solidFill>
              </a:rPr>
              <a:t>,2026 г.</a:t>
            </a:r>
            <a:endParaRPr lang="ru-RU" sz="2800" b="1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7595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2EAB2-953F-63AF-78D2-CD6B50D93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13" y="1116358"/>
            <a:ext cx="9905998" cy="1478570"/>
          </a:xfrm>
        </p:spPr>
        <p:txBody>
          <a:bodyPr/>
          <a:lstStyle/>
          <a:p>
            <a:r>
              <a:rPr lang="bg-BG" b="1" noProof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Екип</a:t>
            </a:r>
            <a:r>
              <a:rPr lang="ru-RU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и </a:t>
            </a:r>
            <a:r>
              <a:rPr lang="bg-BG" b="1" noProof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разпределение</a:t>
            </a:r>
            <a:r>
              <a:rPr lang="ru-RU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на </a:t>
            </a:r>
            <a:r>
              <a:rPr lang="bg-BG" b="1" noProof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задачите</a:t>
            </a:r>
            <a:endParaRPr lang="ru-RU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06EDF-0A7E-8DCF-E68F-0E00370D5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1040" y="3316286"/>
            <a:ext cx="9310051" cy="3541714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b="1" dirty="0"/>
              <a:t>Team Leader </a:t>
            </a:r>
            <a:r>
              <a:rPr lang="bg-BG" sz="3200" b="1" dirty="0"/>
              <a:t>- </a:t>
            </a:r>
            <a:r>
              <a:rPr lang="ru-RU" sz="40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</a:t>
            </a:r>
            <a:r>
              <a:rPr lang="ru-RU" sz="32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олодимир </a:t>
            </a:r>
            <a:r>
              <a:rPr lang="ru-RU" sz="40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</a:t>
            </a:r>
            <a:r>
              <a:rPr lang="ru-RU" sz="32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омин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dirty="0"/>
              <a:t>HTML Developer</a:t>
            </a:r>
            <a:r>
              <a:rPr lang="bg-BG" sz="3200" b="1" dirty="0"/>
              <a:t> - </a:t>
            </a:r>
            <a:r>
              <a:rPr lang="ru-RU" sz="40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</a:t>
            </a:r>
            <a:r>
              <a:rPr lang="ru-RU" sz="32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арк</a:t>
            </a:r>
            <a:r>
              <a:rPr lang="ru-RU" sz="40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4000" b="1" i="1" noProof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</a:t>
            </a:r>
            <a:r>
              <a:rPr lang="ru-RU" sz="3200" b="1" i="1" noProof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екечинский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dirty="0"/>
              <a:t>CSS Developer</a:t>
            </a:r>
            <a:r>
              <a:rPr lang="bg-BG" sz="3200" b="1" dirty="0"/>
              <a:t> - </a:t>
            </a:r>
            <a:r>
              <a:rPr lang="ru-RU" sz="40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</a:t>
            </a:r>
            <a:r>
              <a:rPr lang="ru-RU" sz="32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олодимир</a:t>
            </a:r>
            <a:r>
              <a:rPr lang="ru-RU" sz="40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</a:t>
            </a:r>
            <a:r>
              <a:rPr lang="ru-RU" sz="32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икитин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dirty="0"/>
              <a:t>Designer</a:t>
            </a:r>
            <a:r>
              <a:rPr lang="bg-BG" sz="3200" b="1" dirty="0"/>
              <a:t> - </a:t>
            </a:r>
            <a:r>
              <a:rPr lang="bg-BG" sz="40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</a:t>
            </a:r>
            <a:r>
              <a:rPr lang="ru-RU" sz="32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ев </a:t>
            </a:r>
            <a:r>
              <a:rPr lang="ru-RU" sz="40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</a:t>
            </a:r>
            <a:r>
              <a:rPr lang="ru-RU" sz="32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инаев 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1410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3AAE9-246E-7F8A-672E-0ABAE9610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239" y="618518"/>
            <a:ext cx="7603171" cy="1478570"/>
          </a:xfrm>
        </p:spPr>
        <p:txBody>
          <a:bodyPr/>
          <a:lstStyle/>
          <a:p>
            <a:r>
              <a:rPr lang="ru-RU" sz="4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Цели на сайта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4C9EB-3F21-F19B-404A-6F4B721F5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52880"/>
            <a:ext cx="11050587" cy="540511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bg-BG" sz="32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Достъпност </a:t>
            </a:r>
            <a:r>
              <a:rPr lang="bg-BG" sz="3600" b="1" noProof="0" dirty="0">
                <a:solidFill>
                  <a:srgbClr val="FF0000"/>
                </a:solidFill>
              </a:rPr>
              <a:t>:</a:t>
            </a:r>
            <a:r>
              <a:rPr lang="bg-BG" sz="3200" b="1" noProof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Лесна навигация за потребителите</a:t>
            </a:r>
            <a:r>
              <a:rPr lang="en-US" sz="3200" b="1" noProof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bg-BG" sz="3200" b="1" noProof="0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bg-BG" sz="3200" b="1" noProof="0" dirty="0">
                <a:solidFill>
                  <a:srgbClr val="FF0000"/>
                </a:solidFill>
              </a:rPr>
              <a:t>Интерактивност </a:t>
            </a:r>
            <a:r>
              <a:rPr lang="bg-BG" sz="3600" b="1" noProof="0" dirty="0">
                <a:solidFill>
                  <a:srgbClr val="FF0000"/>
                </a:solidFill>
              </a:rPr>
              <a:t>:</a:t>
            </a:r>
            <a:r>
              <a:rPr lang="bg-BG" sz="3200" b="1" noProof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Модерна визия с анимации</a:t>
            </a:r>
            <a:r>
              <a:rPr lang="en-US" sz="3200" b="1" noProof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bg-BG" sz="3200" b="1" noProof="0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bg-BG" sz="3200" b="1" noProof="0" dirty="0">
                <a:solidFill>
                  <a:srgbClr val="FF0000"/>
                </a:solidFill>
              </a:rPr>
              <a:t>Адаптивност </a:t>
            </a:r>
            <a:r>
              <a:rPr lang="bg-BG" sz="3600" b="1" noProof="0" dirty="0">
                <a:solidFill>
                  <a:srgbClr val="FF0000"/>
                </a:solidFill>
              </a:rPr>
              <a:t>:</a:t>
            </a:r>
            <a:r>
              <a:rPr lang="bg-BG" sz="3200" b="1" noProof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Чист и оптимизиран код</a:t>
            </a:r>
            <a:r>
              <a:rPr lang="en-US" sz="3200" b="1" noProof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bg-BG" sz="3200" b="1" noProof="0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bg-BG" sz="3200" b="1" noProof="0" dirty="0">
                <a:solidFill>
                  <a:srgbClr val="FF0000"/>
                </a:solidFill>
              </a:rPr>
              <a:t>Обратна връзка </a:t>
            </a:r>
            <a:r>
              <a:rPr lang="bg-BG" sz="3600" b="1" noProof="0" dirty="0">
                <a:solidFill>
                  <a:srgbClr val="FF0000"/>
                </a:solidFill>
              </a:rPr>
              <a:t>:</a:t>
            </a:r>
            <a:r>
              <a:rPr lang="bg-BG" sz="3200" b="1" noProof="0" dirty="0">
                <a:solidFill>
                  <a:srgbClr val="7030A0"/>
                </a:solidFill>
              </a:rPr>
              <a:t> </a:t>
            </a:r>
            <a:r>
              <a:rPr lang="bg-BG" sz="3200" b="1" noProof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Форма за бързо записване</a:t>
            </a:r>
            <a:r>
              <a:rPr lang="en-US" sz="3200" b="1" noProof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bg-BG" sz="3200" b="1" noProof="0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u-RU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Цел 1: </a:t>
            </a:r>
            <a:r>
              <a:rPr lang="ru-RU" sz="3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Да </a:t>
            </a:r>
            <a:r>
              <a:rPr lang="bg-BG" sz="3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информира</a:t>
            </a:r>
            <a:r>
              <a:rPr lang="ru-RU" sz="3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за </a:t>
            </a:r>
            <a:r>
              <a:rPr lang="bg-BG" sz="3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събития и дейности.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Цел 2 : </a:t>
            </a:r>
            <a:r>
              <a:rPr lang="ru-RU" sz="3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Да </a:t>
            </a:r>
            <a:r>
              <a:rPr lang="bg-BG" sz="3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привлече</a:t>
            </a:r>
            <a:r>
              <a:rPr lang="ru-RU" sz="3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нови </a:t>
            </a:r>
            <a:r>
              <a:rPr lang="bg-BG" sz="3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членове към </a:t>
            </a:r>
            <a:r>
              <a:rPr lang="ru-RU" sz="3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клуба.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Цел 3 : </a:t>
            </a:r>
            <a:r>
              <a:rPr lang="ru-RU" sz="3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Да </a:t>
            </a:r>
            <a:r>
              <a:rPr lang="bg-BG" sz="3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помогнем на хората да си намерят хоби</a:t>
            </a:r>
            <a:r>
              <a:rPr lang="en-US" sz="3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bg-BG" sz="3200" b="1" noProof="0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30055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CBB08-B27D-6546-AB3A-37B493A29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Карта на сайта</a:t>
            </a:r>
            <a:endParaRPr lang="bg-BG" sz="5400" b="1" noProof="0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300EB-BD03-F121-7859-F3B7FAD6A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index.html – </a:t>
            </a:r>
            <a:r>
              <a:rPr lang="bg-BG" sz="3200" b="1" noProof="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Начална страница с банери</a:t>
            </a:r>
            <a:r>
              <a:rPr lang="en-US" sz="3200" b="1" noProof="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sz="32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aboutUs.html – </a:t>
            </a:r>
            <a:r>
              <a:rPr lang="ru-RU" sz="32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История и </a:t>
            </a:r>
            <a:r>
              <a:rPr lang="bg-BG" sz="3200" b="1" noProof="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мисия</a:t>
            </a:r>
            <a:r>
              <a:rPr lang="ru-RU" sz="32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на клуба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eventsActivities.html – </a:t>
            </a:r>
            <a:r>
              <a:rPr lang="ru-RU" sz="32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График и </a:t>
            </a:r>
            <a:r>
              <a:rPr lang="bg-BG" sz="3200" b="1" noProof="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събития</a:t>
            </a:r>
            <a:r>
              <a:rPr lang="en-US" sz="3200" b="1" noProof="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sz="32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Photos.html – </a:t>
            </a:r>
            <a:r>
              <a:rPr lang="bg-BG" sz="3200" b="1" noProof="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Галерия с изображения</a:t>
            </a:r>
            <a:r>
              <a:rPr lang="en-US" sz="3200" b="1" noProof="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sz="32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Contacts.html – </a:t>
            </a:r>
            <a:r>
              <a:rPr lang="bg-BG" sz="3200" b="1" noProof="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Контакти и локация</a:t>
            </a:r>
            <a:r>
              <a:rPr lang="en-US" sz="3200" b="1" noProof="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sz="32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16235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B57AF-8B51-4B01-C72E-9B41786EC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400" b="1" noProof="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Използвани технологии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E1BD4-1D75-F533-6C07-F3649EA09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040" y="2905760"/>
            <a:ext cx="11236960" cy="395223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ru-RU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HTML: </a:t>
            </a:r>
            <a:r>
              <a:rPr lang="bg-BG" sz="320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Семантична</a:t>
            </a:r>
            <a:r>
              <a:rPr lang="ru-RU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структура на </a:t>
            </a:r>
            <a:r>
              <a:rPr lang="bg-BG" sz="320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страниците</a:t>
            </a:r>
            <a:r>
              <a:rPr lang="en-US" sz="320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ru-RU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u-RU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CSS: </a:t>
            </a:r>
            <a:r>
              <a:rPr lang="bg-BG" sz="320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Глобални пастелни преливания </a:t>
            </a:r>
            <a:r>
              <a:rPr lang="ru-RU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320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linear-gradient</a:t>
            </a:r>
            <a:r>
              <a:rPr lang="ru-RU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ru-RU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u-RU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Анимации: Плавно </a:t>
            </a:r>
            <a:r>
              <a:rPr lang="bg-BG" sz="320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зареждане</a:t>
            </a:r>
            <a:r>
              <a:rPr lang="ru-RU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чрез @keyframes </a:t>
            </a:r>
            <a:r>
              <a:rPr lang="en-GB" sz="3200" noProof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fadeIn</a:t>
            </a:r>
            <a:r>
              <a:rPr lang="en-GB" sz="320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ru-RU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u-RU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Динамика: Трансформации на </a:t>
            </a:r>
            <a:r>
              <a:rPr lang="bg-BG" sz="320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линковете при посочване</a:t>
            </a:r>
            <a:r>
              <a:rPr lang="en-US" sz="320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bg-BG" sz="3200" noProof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br>
              <a:rPr lang="bg-BG" noProof="0" dirty="0"/>
            </a:br>
            <a:endParaRPr lang="bg-BG" noProof="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4909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15ED3-6AD9-94DE-FBB8-C0587F1FC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0213" y="985520"/>
            <a:ext cx="9905998" cy="1706880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Описание на </a:t>
            </a:r>
            <a:r>
              <a:rPr lang="en-US" sz="40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GitHub </a:t>
            </a:r>
            <a:r>
              <a:rPr lang="bg-BG" sz="4000" b="1" noProof="0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репозитори</a:t>
            </a:r>
            <a:r>
              <a:rPr lang="ru-RU" sz="40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-то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6F1F1-608C-FE53-C211-A86D0C39F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0640" y="2895600"/>
            <a:ext cx="10881360" cy="3962399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ru-RU" sz="3200" b="1" dirty="0">
                <a:solidFill>
                  <a:schemeClr val="accent2">
                    <a:lumMod val="75000"/>
                  </a:schemeClr>
                </a:solidFill>
              </a:rPr>
              <a:t>Хостинг:</a:t>
            </a:r>
            <a:r>
              <a:rPr lang="ru-RU" sz="3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bg-BG" sz="2800" b="1" noProof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Защитено онлайн съхранение </a:t>
            </a:r>
            <a:r>
              <a:rPr lang="ru-RU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 кода</a:t>
            </a: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u-RU" sz="3200" b="1" dirty="0">
                <a:solidFill>
                  <a:schemeClr val="accent2">
                    <a:lumMod val="75000"/>
                  </a:schemeClr>
                </a:solidFill>
              </a:rPr>
              <a:t>Контрол:</a:t>
            </a:r>
            <a:r>
              <a:rPr lang="ru-RU" sz="3200" dirty="0"/>
              <a:t> </a:t>
            </a:r>
            <a:r>
              <a:rPr lang="bg-BG" sz="2800" b="1" noProof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Проследяване на версиите </a:t>
            </a:r>
            <a:r>
              <a:rPr lang="ru-RU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</a:t>
            </a:r>
            <a:r>
              <a:rPr lang="bg-BG" sz="2800" b="1" noProof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промените</a:t>
            </a:r>
            <a:r>
              <a:rPr lang="en-US" sz="2800" b="1" noProof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sz="28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bg-BG" sz="3200" b="1" noProof="0" dirty="0">
                <a:solidFill>
                  <a:schemeClr val="accent2">
                    <a:lumMod val="75000"/>
                  </a:schemeClr>
                </a:solidFill>
              </a:rPr>
              <a:t>Клонове</a:t>
            </a:r>
            <a:r>
              <a:rPr lang="ru-RU" sz="3200" b="1" dirty="0">
                <a:solidFill>
                  <a:schemeClr val="accent2">
                    <a:lumMod val="75000"/>
                  </a:schemeClr>
                </a:solidFill>
              </a:rPr>
              <a:t>:</a:t>
            </a:r>
            <a:r>
              <a:rPr lang="ru-RU" sz="3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ru-RU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Работа в </a:t>
            </a:r>
            <a:r>
              <a:rPr lang="bg-BG" sz="2800" b="1" noProof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отделни</a:t>
            </a:r>
            <a:r>
              <a:rPr lang="ru-RU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noProof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</a:t>
            </a:r>
            <a:r>
              <a:rPr lang="ru-RU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noProof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branches.</a:t>
            </a:r>
            <a:endParaRPr lang="en-US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u-RU" sz="3200" b="1" dirty="0">
                <a:solidFill>
                  <a:schemeClr val="accent2">
                    <a:lumMod val="75000"/>
                  </a:schemeClr>
                </a:solidFill>
              </a:rPr>
              <a:t>Синхронизация:</a:t>
            </a:r>
            <a:r>
              <a:rPr lang="ru-RU" sz="3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bg-BG" sz="2800" b="1" noProof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Ефективно сливане </a:t>
            </a:r>
            <a:r>
              <a:rPr lang="ru-RU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 </a:t>
            </a:r>
            <a:r>
              <a:rPr lang="bg-BG" sz="2800" b="1" noProof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екипния</a:t>
            </a:r>
            <a:r>
              <a:rPr lang="ru-RU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код</a:t>
            </a: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ru-RU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04386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26FEF-AFB6-F1D7-A282-379A6A104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1666" y="1620230"/>
            <a:ext cx="8388667" cy="1478570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Заключение и </a:t>
            </a:r>
            <a:r>
              <a:rPr lang="bg-BG" sz="4000" b="1" noProof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бъдещо</a:t>
            </a:r>
            <a:r>
              <a:rPr lang="ru-RU" sz="4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развитие</a:t>
            </a:r>
            <a:br>
              <a:rPr lang="ru-RU" sz="4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bg-BG" sz="4000" b="1" noProof="0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9741C-4465-9C6F-43DF-B23CDFB8B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3759200"/>
            <a:ext cx="11050587" cy="309879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bg-BG" sz="28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Постигнато</a:t>
            </a:r>
            <a:r>
              <a:rPr lang="bg-BG" sz="2800" b="1" noProof="0" dirty="0">
                <a:solidFill>
                  <a:srgbClr val="FFC000"/>
                </a:solidFill>
              </a:rPr>
              <a:t>: </a:t>
            </a:r>
            <a:r>
              <a:rPr lang="bg-BG" sz="2800" b="1" noProof="0" dirty="0">
                <a:solidFill>
                  <a:srgbClr val="FF0000"/>
                </a:solidFill>
              </a:rPr>
              <a:t>Напълно функциониращ </a:t>
            </a:r>
            <a:r>
              <a:rPr lang="ru-RU" sz="2800" b="1" dirty="0">
                <a:solidFill>
                  <a:srgbClr val="FF0000"/>
                </a:solidFill>
              </a:rPr>
              <a:t>уеб прототип на сайта</a:t>
            </a:r>
            <a:r>
              <a:rPr lang="en-US" sz="2800" b="1" dirty="0">
                <a:solidFill>
                  <a:srgbClr val="FF0000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g-BG" sz="28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Резултат</a:t>
            </a:r>
            <a:r>
              <a:rPr lang="ru-RU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Успешно </a:t>
            </a:r>
            <a:r>
              <a:rPr lang="bg-BG" sz="28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усвоени</a:t>
            </a:r>
            <a:r>
              <a:rPr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умения за </a:t>
            </a:r>
            <a:r>
              <a:rPr lang="bg-BG" sz="28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екипна</a:t>
            </a:r>
            <a:r>
              <a:rPr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</a:t>
            </a:r>
            <a:r>
              <a:rPr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работа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g-BG" sz="28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Бъдещо развитие: </a:t>
            </a:r>
            <a:r>
              <a:rPr lang="bg-BG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разширяване на сайта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g-BG" sz="28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Надграждане: </a:t>
            </a:r>
            <a:r>
              <a:rPr lang="bg-BG" sz="28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Интегриране на реална база данни</a:t>
            </a:r>
            <a:r>
              <a:rPr lang="en-US" sz="28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bg-BG" sz="2800" b="1" noProof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71087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D1746-6C97-97C5-3075-1604BC98B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7680" y="2541774"/>
            <a:ext cx="10011091" cy="1478570"/>
          </a:xfrm>
        </p:spPr>
        <p:txBody>
          <a:bodyPr>
            <a:normAutofit/>
          </a:bodyPr>
          <a:lstStyle/>
          <a:p>
            <a:r>
              <a:rPr lang="bg-BG" sz="5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Благодаря за внимание </a:t>
            </a:r>
            <a:endParaRPr lang="ru-RU" sz="54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90657-5DA1-26CA-0D39-F7459E901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5567679"/>
            <a:ext cx="9905999" cy="223521"/>
          </a:xfrm>
        </p:spPr>
        <p:txBody>
          <a:bodyPr>
            <a:normAutofit fontScale="32500" lnSpcReduction="20000"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86729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125</TotalTime>
  <Words>296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Tw Cen MT</vt:lpstr>
      <vt:lpstr>Wingdings</vt:lpstr>
      <vt:lpstr>Circuit</vt:lpstr>
      <vt:lpstr>  „Настолни игри“         </vt:lpstr>
      <vt:lpstr>Екип и разпределение на задачите</vt:lpstr>
      <vt:lpstr>Цели на сайта </vt:lpstr>
      <vt:lpstr>Карта на сайта</vt:lpstr>
      <vt:lpstr>Използвани технологии </vt:lpstr>
      <vt:lpstr>Описание на GitHub репозитори-то </vt:lpstr>
      <vt:lpstr>Заключение и бъдещо развитие </vt:lpstr>
      <vt:lpstr>Благодаря за внимание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Володимир Нікітін</dc:creator>
  <cp:lastModifiedBy>Володимир Нікітін</cp:lastModifiedBy>
  <cp:revision>1</cp:revision>
  <dcterms:created xsi:type="dcterms:W3CDTF">2026-05-31T19:40:53Z</dcterms:created>
  <dcterms:modified xsi:type="dcterms:W3CDTF">2026-05-31T21:51:52Z</dcterms:modified>
</cp:coreProperties>
</file>